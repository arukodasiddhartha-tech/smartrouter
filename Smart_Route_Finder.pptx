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SMART ROUTE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8263D"/>
                </a:solidFill>
              </a:defRPr>
            </a:pPr>
            <a:r>
              <a:t>SMART ROUTE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74151"/>
                </a:solidFill>
              </a:defRPr>
            </a:pPr>
            <a:r>
              <a:t>Algorithm-Powered Route Comparison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728" y="2644170"/>
            <a:ext cx="359598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63D"/>
                </a:solidFill>
              </a:defRPr>
            </a:pPr>
            <a:r>
              <a:rPr dirty="0"/>
              <a:t>TEAM MEMBERS</a:t>
            </a:r>
          </a:p>
          <a:p>
            <a:pPr algn="ctr">
              <a:defRPr sz="1900" b="1">
                <a:solidFill>
                  <a:srgbClr val="232B37"/>
                </a:solidFill>
              </a:defRPr>
            </a:pPr>
            <a:r>
              <a:rPr lang="en-IN" dirty="0"/>
              <a:t>SAI HARSHITH[25MVCSMR0230]</a:t>
            </a:r>
          </a:p>
          <a:p>
            <a:pPr algn="ctr">
              <a:defRPr sz="1900" b="1">
                <a:solidFill>
                  <a:srgbClr val="232B37"/>
                </a:solidFill>
              </a:defRPr>
            </a:pPr>
            <a:r>
              <a:rPr dirty="0"/>
              <a:t>    </a:t>
            </a:r>
            <a:r>
              <a:rPr lang="en-IN" dirty="0"/>
              <a:t>VIKAS GOUD[25MVCSMR0229]</a:t>
            </a:r>
          </a:p>
          <a:p>
            <a:pPr algn="ctr">
              <a:defRPr sz="1900" b="1">
                <a:solidFill>
                  <a:srgbClr val="232B37"/>
                </a:solidFill>
              </a:defRPr>
            </a:pPr>
            <a:r>
              <a:rPr dirty="0"/>
              <a:t>    </a:t>
            </a:r>
            <a:r>
              <a:rPr lang="en-IN" dirty="0"/>
              <a:t>SIDDHARTHA[25MVCSMR0191]</a:t>
            </a:r>
          </a:p>
          <a:p>
            <a:pPr algn="ctr">
              <a:defRPr sz="1900" b="1">
                <a:solidFill>
                  <a:srgbClr val="232B37"/>
                </a:solidFill>
              </a:defRPr>
            </a:pPr>
            <a:r>
              <a:rPr lang="en-IN" dirty="0"/>
              <a:t>PALLAVI[25MVCSMR0265]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96696" y="4423811"/>
            <a:ext cx="105156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63D"/>
                </a:solidFill>
              </a:defRPr>
            </a:pPr>
            <a:r>
              <a:rPr dirty="0"/>
              <a:t>PROBLEM DOMAIN</a:t>
            </a:r>
          </a:p>
          <a:p>
            <a:pPr algn="ctr">
              <a:defRPr sz="1900">
                <a:solidFill>
                  <a:srgbClr val="232B37"/>
                </a:solidFill>
              </a:defRPr>
            </a:pPr>
            <a:r>
              <a:rPr dirty="0"/>
              <a:t>Graph Algorithms • Navigation • Route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i="1">
                <a:solidFill>
                  <a:srgbClr val="4B5563"/>
                </a:solidFill>
              </a:defRPr>
            </a:pPr>
            <a:r>
              <a:t>Find, compare, visualize, and explain the shortest routes between locations.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Real-world problem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Finding an efficient route between locations can involve many possible paths.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Users need more than a route—they need to understand the cost and alternatives.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Faster route decisions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Transparent algorithmic decision-making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Useful foundation for navigation and logistics systems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Key challenges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Representing locations and roads as a weighted graph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Comparing multiple paths efficiently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Making algorithm decisions understandable to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Core idea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A visual route engine that compares shortest-path algorithms and exposes their decisions.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Key features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Source and destination selection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Route visualization on an interactive map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Alternative path comparison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Total distance/travel cost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Nodes explored and algorithm information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Explanation of why the selected route has the lowest calculated cost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Unique approach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Instead of only returning a route, the system makes the algorithmic reasoning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1. INPUT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User selects source and destination locations.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2. GRAPH REPRESENTATION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Locations become nodes; roads become weighted edges.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3. PROCESSING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Route engine runs Dijkstra, Floyd-Warshall, or A*.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4. OUTPUT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Shortest route + alternatives + cost + algorithm details are displayed on the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Technology Stack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Frontend: React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Map: Leaflet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Backend: Python / Flask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Database: SQLite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Algorithms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Dijkstra — shortest path with non-negative edge weights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Floyd-Warshall — shortest paths between all pairs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A* — destination-directed search using a heuristic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Time Complexity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Dijkstra: O((V + E) log V) with a binary heap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Floyd-Warshall: O(V³)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A*: depends on heuristic and graph; worst-case can be exponential, but a good heuristic can reduce explored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Demo flow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1. Select Source → 2. Select Destination → 3. Choose Algorithm → 4. Generate Route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Sample result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Source: A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Destination: F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Selected path: A → B → D → F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Total cost: 14 units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Alternative paths are also displayed for comparison.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Practical benefits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Understandable route recommendations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Algorithm comparison for learning and analysis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Foundation for logistics, navigation, and network optimization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Visual and transparent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6459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7552"/>
            <a:ext cx="1118311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Current achievement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Working algorithm-centric route engine concept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Multiple shortest-path algorithms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Interactive route visualization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Route comparison and explanation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Future improvements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Real-time traffic and road conditions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Live map/road data integration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Multi-stop route optimization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Time, fuel, toll, and traffic-aware costs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Larger graphs and cloud deployment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18263D"/>
                </a:solidFill>
                <a:latin typeface="Aptos"/>
              </a:defRPr>
            </a:pPr>
            <a:r>
              <a:t>Final takeaway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SMART ROUTE FINDER combines graph algorithms with an intuitive map interface to make route optimization visible, comparable, and understandable.</a:t>
            </a:r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THANK YOU 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546</Words>
  <Application>Microsoft Office PowerPoint</Application>
  <PresentationFormat>Widescreen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kundan sreeteja</dc:creator>
  <cp:keywords/>
  <dc:description>generated using python-pptx</dc:description>
  <cp:lastModifiedBy>kundan sreeteja</cp:lastModifiedBy>
  <cp:revision>2</cp:revision>
  <dcterms:created xsi:type="dcterms:W3CDTF">2013-01-27T09:14:16Z</dcterms:created>
  <dcterms:modified xsi:type="dcterms:W3CDTF">2026-10-03T09:14:45Z</dcterms:modified>
  <cp:category/>
</cp:coreProperties>
</file>